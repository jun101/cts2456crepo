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5F677-C16A-C115-887B-F0447276A4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1A283E-4F74-1146-0721-F2C0048EF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48E93-9573-2F53-D848-CE2FD59FF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CD872-D82B-4C64-96D2-38AA375C505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F4E92-DB7D-D618-1D30-87CF13C3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86DD8-1893-C680-0EEA-EE7A342BE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92F1-E7EF-475F-B0B7-7521234F7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926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1F66F-F248-040A-6C51-DCFABEEB0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41FB4-3C40-5647-04F5-22644939A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895F4-2494-0AAE-7D04-068AD23ED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CD872-D82B-4C64-96D2-38AA375C505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9D89C-A0BE-B9FF-FC7C-9BB0B1668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B8774-0BC4-4C49-5D0A-9D45CFFB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92F1-E7EF-475F-B0B7-7521234F7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724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0AF8A-69E8-BD32-9EAB-40F57535C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462A0F-32BB-7698-2593-CB2589948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1AF06-3473-3CE1-E4FE-F950882B2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CD872-D82B-4C64-96D2-38AA375C505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A829C-5282-3E04-9AE7-73F477BFD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35B1B-972A-7D05-B0CD-42DE0F11B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92F1-E7EF-475F-B0B7-7521234F7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984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CA576-8996-7BB9-46BE-1B7001D32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1481F-3A24-8DEC-BF11-1B9E21C489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A643C6-EA44-A528-3383-353302AD8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871899-9E5D-D9D8-6041-922BC05CB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CD872-D82B-4C64-96D2-38AA375C505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1DFA75-991D-DF6B-A8A0-514888E71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38EBE-5BDA-742E-F7D7-FB1A17DFB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92F1-E7EF-475F-B0B7-7521234F7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606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6E35F-A124-75EE-040C-F3805E9F5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0C1F6-1CDB-1F90-C2FF-28AB422E0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20672F-C557-CC44-2FC2-B2BBE9C774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44065A-A797-C16C-C98D-ECBFE8C180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34507B-D17A-BEF7-BF6D-87340C8D9B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F0FBFB-BFF0-7EE7-AE43-88735DE5C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CD872-D82B-4C64-96D2-38AA375C505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88D611-0A08-A21E-9C57-4C2FC7101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8740F2-5D67-605D-757A-C569167E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92F1-E7EF-475F-B0B7-7521234F7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883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22E62-1BEA-DD28-CC30-84318F07D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7B1334-EF8C-6E5A-EE87-F4F8BA633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CD872-D82B-4C64-96D2-38AA375C505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A64650-7B1F-0B95-B562-50E24A83A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D50AE9-49EB-6E75-692B-72FC629B9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92F1-E7EF-475F-B0B7-7521234F7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439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6B3110-B236-A5C5-F5AD-8E69EA985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CD872-D82B-4C64-96D2-38AA375C505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145F05-2D2E-FB29-2918-FDC5C61F9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94B2C-8AB0-6599-0AE8-BC9EE9FD7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92F1-E7EF-475F-B0B7-7521234F7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601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C0ABB-534F-084B-B9A3-6F0363BA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1A4CC-4DFC-0971-2E2E-20836701E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E6D9C6-A439-0637-1EC4-4EB82AEC54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C414F-8989-25BD-B064-985A42575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CD872-D82B-4C64-96D2-38AA375C505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E6F44-468B-37D2-5198-503C1F2BD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89C41-5396-519C-FFAF-E58A5A682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92F1-E7EF-475F-B0B7-7521234F7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554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FB6C6-CAAF-0BAC-E9E9-56332EEF7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3A9F73-D7EE-4A27-08AE-1610E7434B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47D3F1-8434-DFB9-3861-84AAEA8933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53BA9D-22B4-E5F9-00EF-6235392DA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CD872-D82B-4C64-96D2-38AA375C505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75EF2B-8052-D9AD-C813-F2F61BBA9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12244-6EC6-90A9-8500-198B8C289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92F1-E7EF-475F-B0B7-7521234F7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230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94A03-3585-EDFD-428D-FA0BEDE5E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0F976F-568E-0DFA-0C6A-274C0F4540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E3586-7DA7-5766-D1EB-94C01F7D1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CD872-D82B-4C64-96D2-38AA375C505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C0BD3-A2A3-0A6D-AB71-86E46641E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E1D9A-70B5-08BE-3C2D-76F166D4E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92F1-E7EF-475F-B0B7-7521234F7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79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34008C-E6CE-AEF7-7AA0-3ECEC768CD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C85851-02E5-A34E-0193-B5366E432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D98DD-073E-79F8-C513-AD3AC9A42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CD872-D82B-4C64-96D2-38AA375C505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53BBE-BD3B-732C-262A-7EC2EF85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9CD4A-E3CF-2D6E-2CE3-596DBE586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92F1-E7EF-475F-B0B7-7521234F7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054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645096-8FBF-B96F-ECE1-BA8268B46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F5178-EF73-6640-A984-F476BF798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3C8C1-4783-F389-9EA8-83F1E37845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4CD872-D82B-4C64-96D2-38AA375C505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E979A-86C7-A1CB-3DCD-D79A13AA4E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074DF-2DF0-F9D3-108A-84B19457E7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1D92F1-E7EF-475F-B0B7-7521234F7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416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598C1-858D-8F85-1D6A-B0E091A6EA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GPA1-B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C61A7F-9B10-5596-3814-09D3BE96BF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18 January 2026</a:t>
            </a:r>
          </a:p>
          <a:p>
            <a:r>
              <a:rPr lang="en-US" dirty="0"/>
              <a:t>Josue Junior Fleuridor</a:t>
            </a:r>
          </a:p>
        </p:txBody>
      </p:sp>
    </p:spTree>
    <p:extLst>
      <p:ext uri="{BB962C8B-B14F-4D97-AF65-F5344CB8AC3E}">
        <p14:creationId xmlns:p14="http://schemas.microsoft.com/office/powerpoint/2010/main" val="447850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5585CE-2733-2973-446F-668E8B28F5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163" y="1248851"/>
            <a:ext cx="7746709" cy="431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662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254BE1-F1F3-D10E-ECFF-6077AD4695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3578" y="1985718"/>
            <a:ext cx="9664846" cy="270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183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1C5846-4971-7E27-5AD0-F8CAE94B04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163" y="1316601"/>
            <a:ext cx="8111122" cy="438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421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7D0D8-F87C-E124-9B0C-4A3D94636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1F7DD-8C22-0108-2D1B-FE0EE3159D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GPA1-B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7FA837-6453-9197-7039-FED41A1790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4 April 2026</a:t>
            </a:r>
          </a:p>
          <a:p>
            <a:r>
              <a:rPr lang="en-US" dirty="0"/>
              <a:t>New </a:t>
            </a:r>
            <a:r>
              <a:rPr lang="en-US"/>
              <a:t>Slide added for Git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60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16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GPA1-B</vt:lpstr>
      <vt:lpstr>PowerPoint Presentation</vt:lpstr>
      <vt:lpstr>PowerPoint Presentation</vt:lpstr>
      <vt:lpstr>PowerPoint Presentation</vt:lpstr>
      <vt:lpstr>GPA1-B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Josué Junior FLEURIDOR</dc:creator>
  <cp:lastModifiedBy>Josué Junior FLEURIDOR</cp:lastModifiedBy>
  <cp:revision>2</cp:revision>
  <dcterms:created xsi:type="dcterms:W3CDTF">2026-01-18T19:27:43Z</dcterms:created>
  <dcterms:modified xsi:type="dcterms:W3CDTF">2026-04-07T17:21:08Z</dcterms:modified>
</cp:coreProperties>
</file>